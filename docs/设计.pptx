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67308-9BEB-F5B1-AD07-BAB2507DB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BD628D-1C56-535E-C227-3F39FCF2F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6D750-CCA7-30BB-03CD-DF8F144A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D4131-788F-C245-6390-BDFC4DA7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45F2B9-E809-C94C-BB89-53D99906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2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3BC57-5C75-C5F4-A560-85B68498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B1AB3-5E88-9BB0-D4E0-281F5C7B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5BB29-560F-31C1-F83A-74CE1D26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96590-89DA-E669-0A2F-29F3648B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843A33-FA5F-BCC0-BB1A-58AF0499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71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774EE-4F45-D20B-06ED-DC8D76BF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AAE7F5-4950-BF23-665E-17C9298BC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B30AC-BAB4-4A58-E893-98385390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994349-F289-EAAD-AF74-9A34D667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E9D52-F4AF-B35F-338A-F6230856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06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DDA46-31BC-E763-CB16-B38BE00C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4934A2-649E-F1DF-361C-2A1738336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D5FAAD-E235-AEEE-97D1-5C3B6ABE8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DC86C8-5794-3770-0273-9E4D0062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9935CA-4BB9-D78D-EB9A-849A2DAB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C45E21-286E-3DBA-E880-1443717E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0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B5317-6AD3-C042-0784-8E730D5C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021A3-119A-CA4E-B2BD-3EECB646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664AF5-9722-C0C9-B51E-0AC12E315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C3215D-45B1-2907-29A7-09C646AFC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6B784A-19F1-C243-2445-4C979BB29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F009BC-207E-D452-2BBB-176848EB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B4F8B-EA3E-2BF1-7FA2-4B211612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39ED03-EDCA-1693-E147-3BFDFDCE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15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166F7-5626-8F7F-8989-B949DA26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B963C8-BEA5-3BD3-B0A8-AC0D9F284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77EE07-99AD-5111-33FA-53C715D6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44ABDB-BE37-857F-A6CF-BF583FE5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6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38B5A7-3D67-6159-C563-CADB546E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B7F276-8B39-277D-D588-2C62271C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D32839-12F5-CF96-7C50-9F44A837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1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15B2-42BC-6263-733F-7ADEAAAC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E39C23-6437-0AE5-5ED8-253ACBD6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E02EB8-DC88-A529-5659-A5367371F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4BDA1-B827-DD5C-85E0-621A3D43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243F84-70A1-AC2A-2E0F-FE9139A5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0E7AC-4198-B7CB-533A-7B7E999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4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015EE-1179-162F-D676-941D7230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01C594-F262-CBBE-D150-EFD2A65B5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FFE722-19E3-4927-510B-D8294DABB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B47B21-3E70-F2A1-AC32-1658EAFE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77EEB-7FD9-A65F-5572-D63C4851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7E4774-F162-E504-0B56-3A31D340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8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978FF-C19C-1D72-BD22-865DFDCB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1B39A8-1439-0856-E502-E8204AA1B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99689-E335-D908-6CD1-80FEEB67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B5F84-854C-F7DC-5DAD-F6E2EE79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2BF4A-B92E-A5C8-317F-828222C4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44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8BA83A-7622-8CEF-1560-627508892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FA7DD8-7E8C-6665-7254-D80674BB1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6DFDD-9C46-1D33-71A9-2BF8FF28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7160B-4BDE-3434-2689-F0A5C3AD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A92F4-E949-0EBD-4ABA-076C2D56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9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9BE5A8-5808-2966-28D8-64494827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0B6445-A482-652B-4FF6-43E89C479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79F6F3-8658-B1FC-0E70-7AFC654B8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4786-1C2B-4840-BB9F-CFC07F00E2C9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BEA97-D6C1-D8CB-ED1D-933D68F8B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6027D-90D0-1E6D-F9F0-E07E4902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4146-E6F3-42B8-A1A0-4C8017D9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35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5F227F-EBB0-258A-F28B-3FBAB389A704}"/>
              </a:ext>
            </a:extLst>
          </p:cNvPr>
          <p:cNvSpPr/>
          <p:nvPr/>
        </p:nvSpPr>
        <p:spPr>
          <a:xfrm>
            <a:off x="3404335" y="608277"/>
            <a:ext cx="1270958" cy="379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初始状态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E9E401-F684-2DA9-B79A-B138BDBDE235}"/>
              </a:ext>
            </a:extLst>
          </p:cNvPr>
          <p:cNvSpPr/>
          <p:nvPr/>
        </p:nvSpPr>
        <p:spPr>
          <a:xfrm>
            <a:off x="560608" y="1417778"/>
            <a:ext cx="1270958" cy="69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回防守位状态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C1FCC20-FF1F-4D50-7FC4-7F1ADC1C4439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4039814" y="987839"/>
            <a:ext cx="0" cy="786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8BC6E74-6703-C82E-A680-CD6BE18DF3D9}"/>
              </a:ext>
            </a:extLst>
          </p:cNvPr>
          <p:cNvSpPr txBox="1"/>
          <p:nvPr/>
        </p:nvSpPr>
        <p:spPr>
          <a:xfrm>
            <a:off x="403713" y="553701"/>
            <a:ext cx="1761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任意状态检查：</a:t>
            </a:r>
            <a:endParaRPr lang="en-US" altLang="zh-CN" sz="1400" dirty="0"/>
          </a:p>
          <a:p>
            <a:r>
              <a:rPr lang="zh-CN" altLang="en-US" sz="1400" dirty="0"/>
              <a:t>回防守位回合 </a:t>
            </a:r>
            <a:r>
              <a:rPr lang="en-US" altLang="zh-CN" sz="1400" dirty="0"/>
              <a:t>&gt;= </a:t>
            </a:r>
            <a:r>
              <a:rPr lang="zh-CN" altLang="en-US" sz="1400" dirty="0"/>
              <a:t>白天剩余天数</a:t>
            </a:r>
            <a:r>
              <a:rPr lang="en-US" altLang="zh-CN" sz="1400" dirty="0"/>
              <a:t>+3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048F39-DE71-2973-2322-B9BE1B14F770}"/>
              </a:ext>
            </a:extLst>
          </p:cNvPr>
          <p:cNvSpPr/>
          <p:nvPr/>
        </p:nvSpPr>
        <p:spPr>
          <a:xfrm>
            <a:off x="3404335" y="1774223"/>
            <a:ext cx="1270958" cy="69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建立武器状态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9F8641-B162-4B6D-2BEC-FD1D669C0157}"/>
              </a:ext>
            </a:extLst>
          </p:cNvPr>
          <p:cNvSpPr/>
          <p:nvPr/>
        </p:nvSpPr>
        <p:spPr>
          <a:xfrm>
            <a:off x="5934525" y="1774223"/>
            <a:ext cx="1270958" cy="69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建墙状态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DA9100-460D-7B70-5FE6-EE6B31DEA08E}"/>
              </a:ext>
            </a:extLst>
          </p:cNvPr>
          <p:cNvSpPr/>
          <p:nvPr/>
        </p:nvSpPr>
        <p:spPr>
          <a:xfrm>
            <a:off x="3546559" y="3878840"/>
            <a:ext cx="986510" cy="69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采矿收集状态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F560C5-48DA-6F26-28A0-660C72217A7A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4039814" y="2464334"/>
            <a:ext cx="0" cy="1414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E66448A-F444-2491-EA52-BDAA0CCCF7CC}"/>
              </a:ext>
            </a:extLst>
          </p:cNvPr>
          <p:cNvSpPr txBox="1"/>
          <p:nvPr/>
        </p:nvSpPr>
        <p:spPr>
          <a:xfrm>
            <a:off x="6031902" y="2690807"/>
            <a:ext cx="1082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石头不够完备墙</a:t>
            </a: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389942D1-ED79-1FCA-91A8-83E4F51927B5}"/>
              </a:ext>
            </a:extLst>
          </p:cNvPr>
          <p:cNvCxnSpPr>
            <a:stCxn id="18" idx="1"/>
            <a:endCxn id="13" idx="1"/>
          </p:cNvCxnSpPr>
          <p:nvPr/>
        </p:nvCxnSpPr>
        <p:spPr>
          <a:xfrm rot="10800000">
            <a:off x="3404335" y="2119280"/>
            <a:ext cx="142224" cy="2104617"/>
          </a:xfrm>
          <a:prstGeom prst="bentConnector3">
            <a:avLst>
              <a:gd name="adj1" fmla="val 260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AFD7B3B-6E19-5169-F148-6AD44775A380}"/>
              </a:ext>
            </a:extLst>
          </p:cNvPr>
          <p:cNvSpPr txBox="1"/>
          <p:nvPr/>
        </p:nvSpPr>
        <p:spPr>
          <a:xfrm>
            <a:off x="3607105" y="3010565"/>
            <a:ext cx="984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钱不够建好武器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E2D9F31-FF9D-1055-A054-B71B552E8AB8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4675293" y="2119279"/>
            <a:ext cx="1259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A4386D9C-C4D8-EF63-1DA4-052567688488}"/>
              </a:ext>
            </a:extLst>
          </p:cNvPr>
          <p:cNvSpPr txBox="1"/>
          <p:nvPr/>
        </p:nvSpPr>
        <p:spPr>
          <a:xfrm>
            <a:off x="2700893" y="2817168"/>
            <a:ext cx="984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钱够</a:t>
            </a:r>
            <a:r>
              <a:rPr lang="en-US" altLang="zh-CN" sz="1400" dirty="0"/>
              <a:t>75 </a:t>
            </a:r>
            <a:r>
              <a:rPr lang="zh-CN" altLang="en-US" sz="1400" dirty="0"/>
              <a:t>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CD09D34-6C27-E25F-4119-E97255B925E0}"/>
              </a:ext>
            </a:extLst>
          </p:cNvPr>
          <p:cNvSpPr/>
          <p:nvPr/>
        </p:nvSpPr>
        <p:spPr>
          <a:xfrm>
            <a:off x="5934525" y="3427561"/>
            <a:ext cx="1270958" cy="4213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采矿状态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177FCD9-04C2-288F-4491-A2E0D2833844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>
            <a:off x="6570004" y="2464334"/>
            <a:ext cx="0" cy="963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C1C1553-D71C-80A2-4062-E494C416E20E}"/>
              </a:ext>
            </a:extLst>
          </p:cNvPr>
          <p:cNvSpPr txBox="1"/>
          <p:nvPr/>
        </p:nvSpPr>
        <p:spPr>
          <a:xfrm>
            <a:off x="4917882" y="1857668"/>
            <a:ext cx="78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武器完备状态</a:t>
            </a: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B056CD82-7E46-DEA7-9D59-88654099A9F8}"/>
              </a:ext>
            </a:extLst>
          </p:cNvPr>
          <p:cNvCxnSpPr>
            <a:cxnSpLocks/>
            <a:stCxn id="37" idx="3"/>
            <a:endCxn id="15" idx="3"/>
          </p:cNvCxnSpPr>
          <p:nvPr/>
        </p:nvCxnSpPr>
        <p:spPr>
          <a:xfrm flipV="1">
            <a:off x="7205483" y="2119279"/>
            <a:ext cx="12700" cy="1518968"/>
          </a:xfrm>
          <a:prstGeom prst="bentConnector3">
            <a:avLst>
              <a:gd name="adj1" fmla="val 447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278481F1-6F68-312C-B666-6A1805FE6FEA}"/>
              </a:ext>
            </a:extLst>
          </p:cNvPr>
          <p:cNvSpPr txBox="1"/>
          <p:nvPr/>
        </p:nvSpPr>
        <p:spPr>
          <a:xfrm>
            <a:off x="7354498" y="2555558"/>
            <a:ext cx="940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石头采集</a:t>
            </a:r>
            <a:endParaRPr lang="en-US" altLang="zh-CN" sz="1400" dirty="0"/>
          </a:p>
          <a:p>
            <a:r>
              <a:rPr lang="zh-CN" altLang="en-US" sz="1400" dirty="0"/>
              <a:t>足够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661592A-A800-8824-ECEE-B4D1CF8E909A}"/>
              </a:ext>
            </a:extLst>
          </p:cNvPr>
          <p:cNvSpPr/>
          <p:nvPr/>
        </p:nvSpPr>
        <p:spPr>
          <a:xfrm>
            <a:off x="8594551" y="1777155"/>
            <a:ext cx="1270958" cy="690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围墙修复状态</a:t>
            </a: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86F7EE62-CF56-BF68-E349-62E80F89F197}"/>
              </a:ext>
            </a:extLst>
          </p:cNvPr>
          <p:cNvCxnSpPr>
            <a:stCxn id="15" idx="0"/>
            <a:endCxn id="55" idx="0"/>
          </p:cNvCxnSpPr>
          <p:nvPr/>
        </p:nvCxnSpPr>
        <p:spPr>
          <a:xfrm rot="16200000" flipH="1">
            <a:off x="7898551" y="445676"/>
            <a:ext cx="2932" cy="2660026"/>
          </a:xfrm>
          <a:prstGeom prst="bentConnector3">
            <a:avLst>
              <a:gd name="adj1" fmla="val -244689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A87AC8C-D5D7-0465-AA59-8B6387F31EE9}"/>
              </a:ext>
            </a:extLst>
          </p:cNvPr>
          <p:cNvSpPr txBox="1"/>
          <p:nvPr/>
        </p:nvSpPr>
        <p:spPr>
          <a:xfrm>
            <a:off x="7345057" y="798058"/>
            <a:ext cx="13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围墙数量完备状态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CC3FE57-69A1-49C5-F6D2-AC9812BD4F60}"/>
              </a:ext>
            </a:extLst>
          </p:cNvPr>
          <p:cNvSpPr txBox="1"/>
          <p:nvPr/>
        </p:nvSpPr>
        <p:spPr>
          <a:xfrm>
            <a:off x="240115" y="3762229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采矿卖状态有一个</a:t>
            </a:r>
            <a:endParaRPr lang="en-US" altLang="zh-CN" dirty="0"/>
          </a:p>
          <a:p>
            <a:r>
              <a:rPr lang="zh-CN" altLang="en-US" dirty="0"/>
              <a:t>采矿目标，采到多少钱</a:t>
            </a:r>
            <a:endParaRPr lang="en-US" altLang="zh-CN" dirty="0"/>
          </a:p>
          <a:p>
            <a:r>
              <a:rPr lang="zh-CN" altLang="en-US" dirty="0"/>
              <a:t>就退出到下一个</a:t>
            </a:r>
            <a:r>
              <a:rPr lang="en-US" altLang="zh-CN" dirty="0"/>
              <a:t>xx</a:t>
            </a:r>
            <a:r>
              <a:rPr lang="zh-CN" altLang="en-US" dirty="0"/>
              <a:t>状态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CC88CDC-B0B3-8F94-F1D2-87E4BB890E1A}"/>
              </a:ext>
            </a:extLst>
          </p:cNvPr>
          <p:cNvSpPr/>
          <p:nvPr/>
        </p:nvSpPr>
        <p:spPr>
          <a:xfrm>
            <a:off x="8594551" y="3939264"/>
            <a:ext cx="1270958" cy="5692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武器升级状态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9277A7B-82C8-70A4-1416-F4740DFB88AA}"/>
              </a:ext>
            </a:extLst>
          </p:cNvPr>
          <p:cNvCxnSpPr>
            <a:stCxn id="73" idx="1"/>
            <a:endCxn id="18" idx="3"/>
          </p:cNvCxnSpPr>
          <p:nvPr/>
        </p:nvCxnSpPr>
        <p:spPr>
          <a:xfrm flipH="1">
            <a:off x="4533069" y="4223895"/>
            <a:ext cx="40614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3F54C68-7EF8-B6A3-3F01-3BF733733152}"/>
              </a:ext>
            </a:extLst>
          </p:cNvPr>
          <p:cNvSpPr txBox="1"/>
          <p:nvPr/>
        </p:nvSpPr>
        <p:spPr>
          <a:xfrm>
            <a:off x="5440392" y="3939264"/>
            <a:ext cx="20884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钱够升级券，升级券要求是先升火箭筒，再升其他，先都升到</a:t>
            </a:r>
            <a:r>
              <a:rPr lang="en-US" altLang="zh-CN" sz="1400" dirty="0"/>
              <a:t>2</a:t>
            </a:r>
            <a:r>
              <a:rPr lang="zh-CN" altLang="en-US" sz="1400" dirty="0"/>
              <a:t>级</a:t>
            </a:r>
          </a:p>
        </p:txBody>
      </p: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72AF43A8-03AC-C2AA-F912-84935F04CECE}"/>
              </a:ext>
            </a:extLst>
          </p:cNvPr>
          <p:cNvCxnSpPr>
            <a:cxnSpLocks/>
            <a:stCxn id="18" idx="2"/>
            <a:endCxn id="73" idx="2"/>
          </p:cNvCxnSpPr>
          <p:nvPr/>
        </p:nvCxnSpPr>
        <p:spPr>
          <a:xfrm rot="5400000" flipH="1" flipV="1">
            <a:off x="6604709" y="1943630"/>
            <a:ext cx="60426" cy="5190216"/>
          </a:xfrm>
          <a:prstGeom prst="bentConnector3">
            <a:avLst>
              <a:gd name="adj1" fmla="val -1349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F9A52505-DBE5-43F2-62F1-6A2C21E5AB5C}"/>
              </a:ext>
            </a:extLst>
          </p:cNvPr>
          <p:cNvSpPr txBox="1"/>
          <p:nvPr/>
        </p:nvSpPr>
        <p:spPr>
          <a:xfrm>
            <a:off x="5519595" y="5217741"/>
            <a:ext cx="2088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钱够升级券了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F2D1418-11BA-B51D-ECB9-82FBD9232546}"/>
              </a:ext>
            </a:extLst>
          </p:cNvPr>
          <p:cNvSpPr/>
          <p:nvPr/>
        </p:nvSpPr>
        <p:spPr>
          <a:xfrm>
            <a:off x="10236109" y="4648480"/>
            <a:ext cx="1270958" cy="5692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围墙升级状态</a:t>
            </a:r>
          </a:p>
        </p:txBody>
      </p: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FDA9CA8C-0D83-9DD3-4DB1-6F697E05A26C}"/>
              </a:ext>
            </a:extLst>
          </p:cNvPr>
          <p:cNvCxnSpPr>
            <a:endCxn id="90" idx="0"/>
          </p:cNvCxnSpPr>
          <p:nvPr/>
        </p:nvCxnSpPr>
        <p:spPr>
          <a:xfrm>
            <a:off x="9926128" y="4223894"/>
            <a:ext cx="945460" cy="4245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4FC52237-230F-BE0B-5217-31A12C7C4C01}"/>
              </a:ext>
            </a:extLst>
          </p:cNvPr>
          <p:cNvSpPr txBox="1"/>
          <p:nvPr/>
        </p:nvSpPr>
        <p:spPr>
          <a:xfrm>
            <a:off x="10085809" y="3985305"/>
            <a:ext cx="78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武器全满级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EA92DD70-034A-4537-AC4B-11AA95A31E86}"/>
              </a:ext>
            </a:extLst>
          </p:cNvPr>
          <p:cNvCxnSpPr>
            <a:stCxn id="55" idx="2"/>
            <a:endCxn id="73" idx="0"/>
          </p:cNvCxnSpPr>
          <p:nvPr/>
        </p:nvCxnSpPr>
        <p:spPr>
          <a:xfrm>
            <a:off x="9230030" y="2467266"/>
            <a:ext cx="0" cy="147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46EFDB1E-7DA0-6B15-3A7C-D7F0E1F11F5D}"/>
              </a:ext>
            </a:extLst>
          </p:cNvPr>
          <p:cNvSpPr txBox="1"/>
          <p:nvPr/>
        </p:nvSpPr>
        <p:spPr>
          <a:xfrm>
            <a:off x="8807200" y="2795214"/>
            <a:ext cx="940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所有墙都在安全态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5D87219-166B-5369-FF84-3AF9D8A1B55B}"/>
              </a:ext>
            </a:extLst>
          </p:cNvPr>
          <p:cNvSpPr/>
          <p:nvPr/>
        </p:nvSpPr>
        <p:spPr>
          <a:xfrm>
            <a:off x="10236109" y="5945152"/>
            <a:ext cx="1270958" cy="6396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挖矿赚钱态</a:t>
            </a: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70D67DE-C94E-533D-AA6E-8F76F9B34B59}"/>
              </a:ext>
            </a:extLst>
          </p:cNvPr>
          <p:cNvCxnSpPr>
            <a:cxnSpLocks/>
            <a:stCxn id="90" idx="2"/>
            <a:endCxn id="103" idx="0"/>
          </p:cNvCxnSpPr>
          <p:nvPr/>
        </p:nvCxnSpPr>
        <p:spPr>
          <a:xfrm>
            <a:off x="10871588" y="5217741"/>
            <a:ext cx="0" cy="727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533DB32-E21E-EA98-25AB-45E1A5E3C64F}"/>
              </a:ext>
            </a:extLst>
          </p:cNvPr>
          <p:cNvSpPr txBox="1"/>
          <p:nvPr/>
        </p:nvSpPr>
        <p:spPr>
          <a:xfrm>
            <a:off x="10520005" y="5319836"/>
            <a:ext cx="78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围墙全满级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2FB2729-6613-6C71-5D02-1CD7ED574C6E}"/>
              </a:ext>
            </a:extLst>
          </p:cNvPr>
          <p:cNvSpPr txBox="1"/>
          <p:nvPr/>
        </p:nvSpPr>
        <p:spPr>
          <a:xfrm>
            <a:off x="3475446" y="1167558"/>
            <a:ext cx="1392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有工人存活</a:t>
            </a:r>
          </a:p>
        </p:txBody>
      </p:sp>
    </p:spTree>
    <p:extLst>
      <p:ext uri="{BB962C8B-B14F-4D97-AF65-F5344CB8AC3E}">
        <p14:creationId xmlns:p14="http://schemas.microsoft.com/office/powerpoint/2010/main" val="3167861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199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 蒋</dc:creator>
  <cp:lastModifiedBy>源 蒋</cp:lastModifiedBy>
  <cp:revision>2</cp:revision>
  <dcterms:created xsi:type="dcterms:W3CDTF">2026-09-18T16:08:07Z</dcterms:created>
  <dcterms:modified xsi:type="dcterms:W3CDTF">2026-09-18T16:36:31Z</dcterms:modified>
</cp:coreProperties>
</file>